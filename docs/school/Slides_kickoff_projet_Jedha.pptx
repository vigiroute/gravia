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du suivi de projet (lundi). Objectif de la semaine : produire un doc validable par Jedha avant le 2 juillet. Insister : le jury évalue la JUSTIFICATION des choix.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 séparer les deux volets. La priorité absolue cette semaine est le doc Jedha. Le cours technique prépare les compétences (surtout Bloc 4 déploiement) mais le projet technique lui-même vient après.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planning montre l'alternance entre les deux volets. Lundi et jeudi après-midi sont consacrés au document Jedha.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passe au cœur : ce que doit contenir le document de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central. Beaucoup d'étudiants empilent des outils sans justifier. Le jury veut des arbitrages argumentés sous contrainte.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Astuce : partir d'un secteur réglementé (santé, finance, e-commerce) rend la couverture des compétences plus naturelle. La présence du DPO conditionne les compétences de gouvernance.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4 blocs de la certification. Le projet doit forcer la mobilisation de chacun.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 1 : gouvernance. Bloc 2 : architecture et 3V. Livrables jury : plan de gouvernance + slides ; diagramme infra + code IaC + vidéo.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 4 est le plus technique et le cœur : c'est là que le cours technique de la semaine (Docker/K8s/MLOps) sert directement. Insister sur les DEUX dépôts distincts.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Grille pour challenger les projets en séance. Un projet faible sur plusieurs lignes doit être renforcé avant rédaction.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Méthode pas-à-pas pour la séance de lundi. Un modèle de document et un exemple complet (NovaBank) vous sont fournis.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du kickoff. Rappeler l'échéance et les outils fournis (modèle + exemple). Encourager les questions en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65760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MASTÈRE ARCHITECTE EN IA — ANNÉE 2 (AIA01)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de certification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par Jedha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 document de présentation de votre projet · Échéance : jeudi 2 juillet 2026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jury évalue votre capacité à justifier vos choix — pas la quantité d'outils.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SEMAINE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cap de la semaine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de projet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+ jeudi après-midi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 document de présentation de projet pour Jedha. C'est la priorité.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73736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37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 technique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4652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Mardi, mercredi, jeudi matin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3200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/ mise en production : Docker, Kubernetes, MLOps. Montée en compétences.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 : </a:t>
            </a:r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est à déposer le jeudi 2 juillet 2026 ; transmission à Jedha le vendredi 3 juillet. Le projet « Mise en production » sera lancé la semaine suivante.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certification — Validation Jedha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de la semaine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Lundi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de projet (présentiel)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Cadrer chaque projet + démarrer la rédaction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Mardi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 technique (présentiel)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Conteneurisation : Docker, Docker 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Mercredi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 technique (présentiel)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: Kubernetes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Jeudi matin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 technique (Teams)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Pipelines, monitoring, performance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Jeudi a.-m.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de projet (Teams)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Finaliser le doc + déposer avant le 2 juillet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 : 9h00–12h00 / 13h00–15h00 chaque jour.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certification — Validation Jedha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023360"/>
            <a:ext cx="4572000" cy="4572000"/>
          </a:xfrm>
          <a:prstGeom prst="ellipse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document à produire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Jedha attend de votre projet de certification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jury évalue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situation professionnelle fictive mais réaliste, </a:t>
            </a:r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représentative des enjeux d'une organisation — et votre capacité à justifier vos choix techniques et opérationnels.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contexte d'organisation crédible, pas un cas d'école abstrait.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32918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contraintes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9432" y="4069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Assez de contraintes (budget, temps réel, conformité) pour forcer des arbitrages.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32918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75904" y="4069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J'ai choisi X plutôt que Y parce que… » — la justification prime sur la technologie.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certification — Validation Jedha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PRÉCISER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cinq éléments transverses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110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&amp; organisation (type, taille, contexte)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523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62432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métier, avec des contraintes qui forcent des arbitrages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5935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46557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technique existant (infra, données, volumétrie, flux)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306824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réglementaires du secteur (RGPD + sectoriel)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276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14807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prenantes (dont le DPO, équipes techniques, direction, opérations)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certification — Validation Jedha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023360"/>
            <a:ext cx="4572000" cy="4572000"/>
          </a:xfrm>
          <a:prstGeom prst="ellipse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Couvrir les quatre blocs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projet rend « inévitable » chaque bloc de compétences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&amp;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1 — Gouvernance des données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gouvernance, rôles &amp; responsabilités, gestion des risques, RGPD/ISO 27001, audits.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Inévitable : données personnelles/sensibles, multi-parties prenantes, conformité non triviale.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2 — Architecture de données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834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(étoile…), infra Cloud/On-prem, clusters de calcul, les 3V, sécurisation, monitoring.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4572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Inévitable : volumétrie significative, scalabilité, disponibilité, tolérance aux pannes.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certification — Validation Jedha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&amp; Déploiement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3 — Pipelines de données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ETL/ELT entre sources hétérogènes, automatisation complète, contrôle qualité, monitoring, RGPD.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Inévitable : sources multiples, fraîcheur des données, fiabilité en production.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4 — Déploiement IA (central)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8346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Algorithme, CI/CD complet, réentraînement + détection de drift, monitoring, conformité &amp; explicabilité, accessibilité.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9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dépôts attendus : développement IA + pipeline CI/CD.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certification — Validation Jedha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qu'un projet de niveau master ?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 faible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 master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Problématique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Vague, sans contrainte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Contraintes chiffrées, arbitrages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fichier propre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 hétérogènes, volumétrie, sensibles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Prédiction sans enjeu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Scoring/décision avec explicabilité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dans un notebook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CI/CD, drift, monitoring, réentraînement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J'ai utilisé X 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X plutôt que Y parce que… 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certification — Validation Jedha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votre projet en séance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19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secteur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846320" y="17190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préférence un domaine que vous connaissez (votre entreprise).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877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Poser la problématique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846320" y="25877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contraintes jusqu'à forcer de vrais arbitrages.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4564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les 4 blocs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846320" y="34564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chaque bloc est rendu inévitable par le contexte.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325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&amp; justifier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846320" y="43251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le modèle, en argumentant chaque choix.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5212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1937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&amp; déposer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846320" y="519379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complétude, forme, puis dépôt avant le 2 juillet.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certification — Validation Jedha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931920"/>
            <a:ext cx="4572000" cy="457200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80560" y="19202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déposé le jeudi 2 juillet 2026 (.doc, nommé « Nom Prénom »).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complet et justifié sur les 4 blocs.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3840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Concis, structuré en chapitres, en français, sans faute.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800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fournis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48006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à remplir + exemple complet (NovaBank) en référence.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Posez des questions : le suivi de projet est là pour ça.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 certification — Validation Jedha</dc:title>
  <dc:subject>PptxGenJS Presentation</dc:subject>
  <dc:creator>Aurélien</dc:creator>
  <cp:lastModifiedBy>Aurélien</cp:lastModifiedBy>
  <cp:revision>1</cp:revision>
  <dcterms:created xsi:type="dcterms:W3CDTF">2026-06-26T09:26:20Z</dcterms:created>
  <dcterms:modified xsi:type="dcterms:W3CDTF">2026-06-26T09:26:20Z</dcterms:modified>
</cp:coreProperties>
</file>